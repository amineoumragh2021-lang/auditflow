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AuditPro PFA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Application de Gestion des Audits Industriels</a:t>
            </a:r>
          </a:p>
          <a:p>
            <a:r>
              <a:t>Projet Fin d'Année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AuditPro PFA est une application web Django complète pour la gestion des audits industriels</a:t>
            </a:r>
          </a:p>
          <a:p>
            <a:pPr lvl="1"/>
            <a:r>
              <a:t>Développée avec une interface moderne et responsive</a:t>
            </a:r>
          </a:p>
          <a:p>
            <a:pPr lvl="1"/>
            <a:r>
              <a:t>Facilite la planification, l'exécution et le suivi des audits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Digitaliser le processus d'audit industriel</a:t>
            </a:r>
          </a:p>
          <a:p>
            <a:pPr/>
            <a:r>
              <a:t>• Gérer les rôles utilisateurs (Responsable, Auditeur, Client)</a:t>
            </a:r>
          </a:p>
          <a:p>
            <a:pPr/>
            <a:r>
              <a:t>• Automatiser les checklists de conformité</a:t>
            </a:r>
          </a:p>
          <a:p>
            <a:pPr/>
            <a:r>
              <a:t>• Générer des rapports avec scores de conformité</a:t>
            </a:r>
          </a:p>
          <a:p>
            <a:pPr/>
            <a:r>
              <a:t>• Offrir une interface utilisateur moderne et intuitive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Backend: Django 5.0.7 (Framework Python)</a:t>
            </a:r>
          </a:p>
          <a:p>
            <a:pPr/>
            <a:r>
              <a:t>• Base de données: MySQL via XAMPP</a:t>
            </a:r>
          </a:p>
          <a:p>
            <a:pPr/>
            <a:r>
              <a:t>• Frontend: TailwindCSS avec animations avancées</a:t>
            </a:r>
          </a:p>
          <a:p>
            <a:pPr/>
            <a:r>
              <a:t>• Design: Glassmorphism, responsive mobile</a:t>
            </a:r>
          </a:p>
          <a:p>
            <a:pPr/>
            <a:r>
              <a:t>• Authentification: Système Django intégré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Rôles Utilisateurs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Responsable Audit: Crée et planifie les audits</a:t>
            </a:r>
          </a:p>
          <a:p>
            <a:pPr/>
            <a:r>
              <a:t>• Auditeur: Exécute les audits et remplit les checklists</a:t>
            </a:r>
          </a:p>
          <a:p>
            <a:pPr/>
            <a:r>
              <a:t>• Client: Consulte les rapports et résultats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Inscription et authentification des utilisateurs</a:t>
            </a:r>
          </a:p>
          <a:p>
            <a:pPr/>
            <a:r>
              <a:t>• Planification des audits avec dates et descriptions</a:t>
            </a:r>
          </a:p>
          <a:p>
            <a:pPr/>
            <a:r>
              <a:t>• Affectation des auditeurs et clients aux audits</a:t>
            </a:r>
          </a:p>
          <a:p>
            <a:pPr/>
            <a:r>
              <a:t>• Checklists par type d'audit (180 points de démonstration)</a:t>
            </a:r>
          </a:p>
          <a:p>
            <a:pPr/>
            <a:r>
              <a:t>• Types: Qualité, Sécurité, Environnement, Interne</a:t>
            </a:r>
          </a:p>
          <a:p>
            <a:pPr/>
            <a:r>
              <a:t>• Génération de rapports avec score de conformité</a:t>
            </a:r>
          </a:p>
          <a:p>
            <a:pPr/>
            <a:r>
              <a:t>• Dashboard avec statistiques et compteurs animés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User: Utilisateurs du système</a:t>
            </a:r>
          </a:p>
          <a:p>
            <a:pPr/>
            <a:r>
              <a:t>• Profile: Rôles et informations complémentaires</a:t>
            </a:r>
          </a:p>
          <a:p>
            <a:pPr/>
            <a:r>
              <a:t>• Audit: Informations sur les audits planifiés</a:t>
            </a:r>
          </a:p>
          <a:p>
            <a:pPr/>
            <a:r>
              <a:t>• ChecklistItem: Points de contrôle par type d'audit</a:t>
            </a:r>
          </a:p>
          <a:p>
            <a:pPr/>
            <a:r>
              <a:t>• ChecklistResponse: Réponses aux checklists</a:t>
            </a:r>
          </a:p>
          <a:p>
            <a:pPr/>
            <a:r>
              <a:t>• Rapport: Rapports générés avec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Utilisateur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Design moderne avec TailwindCSS</a:t>
            </a:r>
          </a:p>
          <a:p>
            <a:pPr/>
            <a:r>
              <a:t>• Effets glassmorphism sur les cartes</a:t>
            </a:r>
          </a:p>
          <a:p>
            <a:pPr/>
            <a:r>
              <a:t>• Animations fluides et transitions</a:t>
            </a:r>
          </a:p>
          <a:p>
            <a:pPr/>
            <a:r>
              <a:t>• Responsive design (mobile, tablette, desktop)</a:t>
            </a:r>
          </a:p>
          <a:p>
            <a:pPr/>
            <a:r>
              <a:t>• Compteurs animés pour les statistiques</a:t>
            </a:r>
          </a:p>
          <a:p>
            <a:pPr/>
            <a:r>
              <a:t>• Navigation intuitive et ergonomique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Démarrer MySQL dans XAMPP</a:t>
            </a:r>
          </a:p>
          <a:p>
            <a:pPr/>
            <a:r>
              <a:t>2. Créer la base de données audit_pfa_db</a:t>
            </a:r>
          </a:p>
          <a:p>
            <a:pPr/>
            <a:r>
              <a:t>3. Installer les dépendances: pip install -r requirements.txt</a:t>
            </a:r>
          </a:p>
          <a:p>
            <a:pPr/>
            <a:r>
              <a:t>4. Exécuter les migrations: python manage.py migrate</a:t>
            </a:r>
          </a:p>
          <a:p>
            <a:pPr/>
            <a:r>
              <a:t>5. Peupler la base: python manage.py seed_demo</a:t>
            </a:r>
          </a:p>
          <a:p>
            <a:pPr/>
            <a:r>
              <a:t>6. Lancer le serveur: python manage.py runserver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Comptes de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Responsable Audit: responsable@audit.com / 123456</a:t>
            </a:r>
          </a:p>
          <a:p>
            <a:pPr/>
            <a:r>
              <a:t>• Auditeur: auditeur@audit.com / 123456</a:t>
            </a:r>
          </a:p>
          <a:p>
            <a:pPr/>
            <a:r>
              <a:t>• Client: client@audit.com / 123456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AuditPro PFA offre une solution complète et moderne pour la gestion des audits industriels</a:t>
            </a:r>
          </a:p>
          <a:p>
            <a:pPr lvl="1"/>
            <a:r>
              <a:t>Interface intuitive et fonctionnalités avancées</a:t>
            </a:r>
          </a:p>
          <a:p>
            <a:pPr lvl="1"/>
            <a:r>
              <a:t>Architecture robuste et extensible</a:t>
            </a:r>
          </a:p>
          <a:p>
            <a:pPr lvl="1"/>
            <a:r>
              <a:t>Prêt pour le déploiement en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